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04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0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8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5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1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5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6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2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6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71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785368"/>
            <a:ext cx="8697190" cy="165649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Factory-to-Customer Shipping Route Efficiency Analysis</a:t>
            </a:r>
            <a:br>
              <a:rPr lang="en-US" dirty="0">
                <a:latin typeface="Arial Rounded MT Bold" panose="020F0704030504030204" pitchFamily="34" charset="0"/>
              </a:rPr>
            </a:br>
            <a:endParaRPr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9591" y="4493151"/>
            <a:ext cx="3938153" cy="1656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Arial Rounded MT Bold" panose="020F0704030504030204" pitchFamily="34" charset="0"/>
              </a:rPr>
              <a:t>Nassau Candy Distributor</a:t>
            </a:r>
          </a:p>
          <a:p>
            <a:pPr marL="0" indent="0">
              <a:buNone/>
            </a:pPr>
            <a:r>
              <a:rPr dirty="0">
                <a:latin typeface="Arial Rounded MT Bold" panose="020F0704030504030204" pitchFamily="34" charset="0"/>
              </a:rPr>
              <a:t>Prithviraj Sahu</a:t>
            </a:r>
          </a:p>
          <a:p>
            <a:pPr marL="0" indent="0">
              <a:buNone/>
            </a:pPr>
            <a:r>
              <a:rPr dirty="0">
                <a:latin typeface="Arial Rounded MT Bold" panose="020F0704030504030204" pitchFamily="34" charset="0"/>
              </a:rPr>
              <a:t>Data Analytics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026227"/>
            <a:ext cx="7543801" cy="38428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 Narrow" panose="020B0606020202030204" pitchFamily="34" charset="0"/>
              </a:rPr>
              <a:t>Nassau Candy operates as a national distributor.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 Narrow" panose="020B0606020202030204" pitchFamily="34" charset="0"/>
              </a:rPr>
              <a:t>Shipping efficiency directly impacts cost, scalability, and customer satisfaction.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 Narrow" panose="020B0606020202030204" pitchFamily="34" charset="0"/>
              </a:rPr>
              <a:t>This project focuses on descriptive logistics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Lack of visibility on:</a:t>
            </a:r>
          </a:p>
          <a:p>
            <a:r>
              <a:rPr dirty="0">
                <a:latin typeface="Arial Narrow" panose="020B0606020202030204" pitchFamily="34" charset="0"/>
              </a:rPr>
              <a:t>• Efficient vs inefficient routes</a:t>
            </a:r>
          </a:p>
          <a:p>
            <a:r>
              <a:rPr dirty="0">
                <a:latin typeface="Arial Narrow" panose="020B0606020202030204" pitchFamily="34" charset="0"/>
              </a:rPr>
              <a:t>• Regional bottlenecks</a:t>
            </a:r>
          </a:p>
          <a:p>
            <a:r>
              <a:rPr dirty="0">
                <a:latin typeface="Arial Narrow" panose="020B0606020202030204" pitchFamily="34" charset="0"/>
              </a:rPr>
              <a:t>• Ship mode performance</a:t>
            </a:r>
          </a:p>
          <a:p>
            <a:r>
              <a:rPr dirty="0">
                <a:latin typeface="Arial Narrow" panose="020B0606020202030204" pitchFamily="34" charset="0"/>
              </a:rPr>
              <a:t>Decisions were largely reactive.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Orders: Order Date, Ship Date</a:t>
            </a:r>
          </a:p>
          <a:p>
            <a:r>
              <a:rPr dirty="0">
                <a:latin typeface="Arial Narrow" panose="020B0606020202030204" pitchFamily="34" charset="0"/>
              </a:rPr>
              <a:t>Customers: Region, State, City</a:t>
            </a:r>
          </a:p>
          <a:p>
            <a:r>
              <a:rPr dirty="0">
                <a:latin typeface="Arial Narrow" panose="020B0606020202030204" pitchFamily="34" charset="0"/>
              </a:rPr>
              <a:t>Products: Division, Factory Mapping</a:t>
            </a:r>
          </a:p>
          <a:p>
            <a:r>
              <a:rPr dirty="0">
                <a:latin typeface="Arial Narrow" panose="020B0606020202030204" pitchFamily="34" charset="0"/>
              </a:rPr>
              <a:t>Financials: Sales, Cost,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Analytical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• Data cleaning &amp; validation</a:t>
            </a:r>
          </a:p>
          <a:p>
            <a:r>
              <a:rPr dirty="0">
                <a:latin typeface="Arial Narrow" panose="020B0606020202030204" pitchFamily="34" charset="0"/>
              </a:rPr>
              <a:t>• Lead time calculation</a:t>
            </a:r>
          </a:p>
          <a:p>
            <a:r>
              <a:rPr dirty="0">
                <a:latin typeface="Arial Narrow" panose="020B0606020202030204" pitchFamily="34" charset="0"/>
              </a:rPr>
              <a:t>• Factory mapping</a:t>
            </a:r>
          </a:p>
          <a:p>
            <a:r>
              <a:rPr dirty="0">
                <a:latin typeface="Arial Narrow" panose="020B0606020202030204" pitchFamily="34" charset="0"/>
              </a:rPr>
              <a:t>• Route aggregation</a:t>
            </a:r>
          </a:p>
          <a:p>
            <a:r>
              <a:rPr dirty="0">
                <a:latin typeface="Arial Narrow" panose="020B0606020202030204" pitchFamily="34" charset="0"/>
              </a:rPr>
              <a:t>• KPI generation</a:t>
            </a:r>
          </a:p>
          <a:p>
            <a:r>
              <a:rPr dirty="0">
                <a:latin typeface="Arial Narrow" panose="020B0606020202030204" pitchFamily="34" charset="0"/>
              </a:rPr>
              <a:t>•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Key 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• Shipping lead time analysis</a:t>
            </a:r>
          </a:p>
          <a:p>
            <a:r>
              <a:rPr dirty="0">
                <a:latin typeface="Arial Narrow" panose="020B0606020202030204" pitchFamily="34" charset="0"/>
              </a:rPr>
              <a:t>• Route efficiency ranking</a:t>
            </a:r>
          </a:p>
          <a:p>
            <a:r>
              <a:rPr dirty="0">
                <a:latin typeface="Arial Narrow" panose="020B0606020202030204" pitchFamily="34" charset="0"/>
              </a:rPr>
              <a:t>• Ship mode comparison</a:t>
            </a:r>
          </a:p>
          <a:p>
            <a:r>
              <a:rPr dirty="0">
                <a:latin typeface="Arial Narrow" panose="020B0606020202030204" pitchFamily="34" charset="0"/>
              </a:rPr>
              <a:t>• Geographic bottleneck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• Western routes fastest</a:t>
            </a:r>
          </a:p>
          <a:p>
            <a:r>
              <a:rPr dirty="0">
                <a:latin typeface="Arial Narrow" panose="020B0606020202030204" pitchFamily="34" charset="0"/>
              </a:rPr>
              <a:t>• Central states show delays</a:t>
            </a:r>
          </a:p>
          <a:p>
            <a:r>
              <a:rPr dirty="0">
                <a:latin typeface="Arial Narrow" panose="020B0606020202030204" pitchFamily="34" charset="0"/>
              </a:rPr>
              <a:t>• Expedited shipping performs better</a:t>
            </a:r>
          </a:p>
          <a:p>
            <a:r>
              <a:rPr dirty="0">
                <a:latin typeface="Arial Narrow" panose="020B0606020202030204" pitchFamily="34" charset="0"/>
              </a:rPr>
              <a:t>• Certain factories overloaded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65" y="263527"/>
            <a:ext cx="8312726" cy="1450757"/>
          </a:xfrm>
        </p:spPr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45" y="1845734"/>
            <a:ext cx="7732915" cy="4023360"/>
          </a:xfrm>
        </p:spPr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• Average Lead Time</a:t>
            </a:r>
          </a:p>
          <a:p>
            <a:r>
              <a:rPr dirty="0">
                <a:latin typeface="Arial Narrow" panose="020B0606020202030204" pitchFamily="34" charset="0"/>
              </a:rPr>
              <a:t>• Route Volume</a:t>
            </a:r>
          </a:p>
          <a:p>
            <a:r>
              <a:rPr dirty="0">
                <a:latin typeface="Arial Narrow" panose="020B0606020202030204" pitchFamily="34" charset="0"/>
              </a:rPr>
              <a:t>• Delay Frequency</a:t>
            </a:r>
          </a:p>
          <a:p>
            <a:r>
              <a:rPr dirty="0">
                <a:latin typeface="Arial Narrow" panose="020B0606020202030204" pitchFamily="34" charset="0"/>
              </a:rPr>
              <a:t>• Efficiency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953490"/>
            <a:ext cx="7543801" cy="3915603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dirty="0">
                <a:latin typeface="Arial Narrow" panose="020B0606020202030204" pitchFamily="34" charset="0"/>
              </a:rPr>
              <a:t>Python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>
                <a:latin typeface="Arial Narrow" panose="020B0606020202030204" pitchFamily="34" charset="0"/>
              </a:rPr>
              <a:t>Pandas &amp; NumPy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>
                <a:latin typeface="Arial Narrow" panose="020B0606020202030204" pitchFamily="34" charset="0"/>
              </a:rPr>
              <a:t>Matplotlib &amp; Seaborn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>
                <a:latin typeface="Arial Narrow" panose="020B0606020202030204" pitchFamily="34" charset="0"/>
              </a:rPr>
              <a:t>Google </a:t>
            </a:r>
            <a:r>
              <a:rPr dirty="0" err="1">
                <a:latin typeface="Arial Narrow" panose="020B0606020202030204" pitchFamily="34" charset="0"/>
              </a:rPr>
              <a:t>Colab</a:t>
            </a:r>
            <a:endParaRPr dirty="0">
              <a:latin typeface="Arial Narrow" panose="020B0606020202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dirty="0" err="1">
                <a:latin typeface="Arial Narrow" panose="020B0606020202030204" pitchFamily="34" charset="0"/>
              </a:rPr>
              <a:t>Streamlit</a:t>
            </a:r>
            <a:r>
              <a:rPr dirty="0">
                <a:latin typeface="Arial Narrow" panose="020B0606020202030204" pitchFamily="34" charset="0"/>
              </a:rPr>
              <a:t>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026226"/>
            <a:ext cx="7543801" cy="38428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>
                <a:latin typeface="Arial Narrow" panose="020B0606020202030204" pitchFamily="34" charset="0"/>
              </a:rPr>
              <a:t>Project delivers logistics intelligence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>
                <a:latin typeface="Arial Narrow" panose="020B0606020202030204" pitchFamily="34" charset="0"/>
              </a:rPr>
              <a:t>Enables data-driven optimization.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>
                <a:latin typeface="Arial Narrow" panose="020B0606020202030204" pitchFamily="34" charset="0"/>
              </a:rPr>
              <a:t>Improves delivery reliability and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</TotalTime>
  <Words>206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 Narrow</vt:lpstr>
      <vt:lpstr>Arial Rounded MT Bold</vt:lpstr>
      <vt:lpstr>Bookman Old Style</vt:lpstr>
      <vt:lpstr>Calibri</vt:lpstr>
      <vt:lpstr>Calibri Light</vt:lpstr>
      <vt:lpstr>Courier New</vt:lpstr>
      <vt:lpstr>Wingdings</vt:lpstr>
      <vt:lpstr>Retrospect</vt:lpstr>
      <vt:lpstr>Factory-to-Customer Shipping Route Efficiency Analysis </vt:lpstr>
      <vt:lpstr>Introduction</vt:lpstr>
      <vt:lpstr>Problem Statement</vt:lpstr>
      <vt:lpstr>Dataset Overview</vt:lpstr>
      <vt:lpstr>Analytical Methodology</vt:lpstr>
      <vt:lpstr>Key Analysis Performed</vt:lpstr>
      <vt:lpstr>Key Insights</vt:lpstr>
      <vt:lpstr>Key Performance Indicators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Prithviraj Sahu</cp:lastModifiedBy>
  <cp:revision>4</cp:revision>
  <dcterms:created xsi:type="dcterms:W3CDTF">2013-01-27T09:14:16Z</dcterms:created>
  <dcterms:modified xsi:type="dcterms:W3CDTF">2026-01-30T11:02:26Z</dcterms:modified>
  <cp:category/>
</cp:coreProperties>
</file>